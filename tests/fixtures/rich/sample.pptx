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Nexus KB 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PPTX fixture for markitdown conversion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